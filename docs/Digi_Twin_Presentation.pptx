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73152"/>
          </a:xfrm>
          <a:prstGeom prst="rect">
            <a:avLst/>
          </a:prstGeom>
          <a:solidFill>
            <a:srgbClr val="FF4462"/>
          </a:solidFill>
          <a:ln w="12700">
            <a:solidFill>
              <a:srgbClr val="FF446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explainable Cardiac Digital Twin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Challenge 2026 | Happiest Health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Pandey (Team Leader) | Deepak Singh | Bhairavi Singh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Kamla Nehru Institute of Technology (KNIT), Sultanpur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 | Digital Twin Challenge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cardiac risk tools score a patient once, from a single snapshot.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that develops between visits is missed.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number rarely explains why risk is high, so it is hard to trust or act 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produce a steady stream of vitals, but they are rarely joined to the patient's health record.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and healthcare use case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 | Digital Twin Challenge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evolving digital twin per patient: EHR baseline plus a rolling window of live vitals.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risk is re-scored on every new reading, so risk becomes a continuously updated line.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 ships with SHAP factors showing what drove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risk crosses the threshold: an alert log and a flashing alarm banner.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 dashboard, each patient with independent state.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 | Digital Twin Challenge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Digi Twin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051560"/>
            <a:ext cx="5760720" cy="35387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 | Digital Twin Challenge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depth 5, learning rate 0.05, trained on the UCI Cleveland Heart Disease data (13 features)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~0.92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score on an 80/20 stratified split, features standardised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on every tick; dashboard shows the top three contributing factors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features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BP averaged and max heart rate taken over the last 10 readings; other fields from the EHR baseline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and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 | Digital Twin Challenge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and Plotly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scikit-learn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pandas, NumPy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Bluetooth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flake8, tests, GitHub Actions CI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re-scored every tick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SHAP factors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simulator with stress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Edge-triggered alert log and alarm banner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BLE heart-rate mode in the browser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patient figure and vital tiles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limitations and roadmap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 | Digital Twin Challenge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parity check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60-tick multi-day consistency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Threshold-breach alerts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 personalization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lint and tests on every push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roadmap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training set (about 300 rows); vitals are simulated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clinical use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 EHR and wearable feeds, larger datasets, more organ systems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 Twin | Digital Twin Challenge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Pandey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Mechanical, 2027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Singh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Mechanical, 2027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Bhairavi Singh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Electrical, 2029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Kamla Nehru Institute of Technology (KNIT), Sultanpur, Uttar Pradesh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github.com/harsh23533-del/digital-twin-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 Twin — Cardiac Digital Twin</dc:title>
  <dc:subject>PptxGenJS Presentation</dc:subject>
  <dc:creator>Team Digi Twin, KNIT Sultanpur</dc:creator>
  <cp:lastModifiedBy>Team Digi Twin, KNIT Sultanpur</cp:lastModifiedBy>
  <cp:revision>1</cp:revision>
  <dcterms:created xsi:type="dcterms:W3CDTF">2026-10-03T11:52:39Z</dcterms:created>
  <dcterms:modified xsi:type="dcterms:W3CDTF">2026-10-03T11:52:39Z</dcterms:modified>
</cp:coreProperties>
</file>